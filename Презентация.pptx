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19264-8B18-4A09-AFF0-0D0D5CF9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E5E32E-B814-4EE8-8BE2-B780FC8CD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A1C84D-7221-4040-AAA4-8292EAF4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6E546-281B-42C4-B8BF-7A0F77DC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298D46-D574-438D-900C-BB036359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7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F5983-F16A-4744-95D9-7EFE88A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65B89-3D67-41B8-ADCD-4B1F3F47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D05195-AA4E-46F6-A696-B81944F1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D2F627-6183-4143-BE35-012B82F36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5C5ADD-EF0A-49A2-9C6D-7CA501A2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88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4EDBD-D9BB-4F68-89BF-A4E57232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590958-9152-4002-AA01-CF438464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A1C009-219D-4E5E-BE4D-D07AACD6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848A9-A992-4936-85D6-E4369FFA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22397-64D0-4178-92A9-EC825CBE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8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09383-3191-4F0B-ADD2-0FB1A767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A2C27-C0F5-475C-A82A-4FDC74649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271963-B78C-4C23-B6D6-C9A124948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91F7D6-57BC-4FF5-8081-CAEF4E54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368E1A-2CA8-427B-ABC4-C713E49E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41EDBB-6F53-461F-A5F2-8A93007B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55ACE-9AF0-41CA-99C4-CD5590F7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E64081-4606-4E9E-9680-F39D3FA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04A42-4CCC-4674-897B-BAC876AD1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D664CC-8265-4524-9B5F-555C503DD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8D6BE-7FAA-4D9D-A3DC-D762C2A85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43C234-5757-437F-8574-F166CF86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6E9468-013A-4E65-AC30-FA1C646F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2344B4-BE11-4DC5-91AC-7887CA7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19C4F-78C8-4494-B3DF-B8373295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7D8FE8-D890-4D70-B936-F3377943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EE595E-B683-49EA-8927-88ED917B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30CA36-8966-4F07-9299-316DE89E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04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F9542A-3C27-4948-AD64-2C544BA0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67CFB4-D57D-4E28-B948-773147A6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0279CD-69CC-469E-BCC6-C7F1605F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5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AB69F-29B5-4CC5-AEAB-F523FDAD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A79831-5C2D-42EA-A203-C5188A6FC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42E492-F2AE-404C-9353-985FB149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1A86FE-851E-4188-9324-CA2BD4C0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6055E6-7167-4415-AB69-1B8E31A5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423F2-9B1C-42C0-8AB8-4E93994D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0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32BFB-5492-46F7-AA0D-B16A4D58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81789A-F1A0-4E92-A49A-4FE828632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D2C321-7BE6-4DFE-BF9F-EF0CF9849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6656C-0F38-490A-8495-742E8F82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3A311-55B5-4F5B-A452-29655E77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9C077A-BBC4-4C05-A246-1D81B365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60371-AB6C-4825-ABC8-40F4B9DF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9C799D-C646-4019-BB9B-72C1673F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490290-3060-4911-B666-011B11F7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9EFC5-89CE-4822-99E8-4E668957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CADFF-7221-4CF0-8384-0994A2A5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64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1EB6C8-9D8A-4FFA-A2A9-CB87751E3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89D7AB-467A-4493-BFEA-80E2E9856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DCF86-8E3D-4F9B-AFAE-704B53B7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D0C11C-84A5-4096-9BE1-C3627F9A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28AC6-D600-4DB4-9E1C-47DEB8AC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67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A6A38-0A3D-43A7-9C09-AD45EB81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E0DEBA-3EC3-47CD-9C46-5140F3171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3E48DA-C091-4A58-9613-F04F615D3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20C4A-68D6-4D91-9D62-928D0AB10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AD9EE-EAAD-4794-B586-1F605A5F4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53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3AE10-6CBB-41E7-94E7-8F3A59777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0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A83EC3-841C-4117-9239-2919F3791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87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EF7062-F896-46F9-A27B-02AE685F2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CD33DC-4FAA-47B4-B5F1-374CF8C5D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6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D4E0D1-634B-4C73-AB86-4400177DC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8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E0A0C5-5886-448F-A3B9-470363D9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38B4FE-3CF8-46C3-870E-2EE9D6D6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8940" cy="741248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E0F2FF-A6D4-480F-8CA4-F10D02231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7" y="150920"/>
            <a:ext cx="5808416" cy="46188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3C58E0-F645-4087-AF85-57105DFEC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859" y="1850356"/>
            <a:ext cx="5587476" cy="500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18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38B4FE-3CF8-46C3-870E-2EE9D6D6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7" y="0"/>
            <a:ext cx="12268940" cy="741248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8F72E8-407D-44AD-9EB8-C074708CD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7" y="97654"/>
            <a:ext cx="5657180" cy="429082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1153A4-1078-4C8E-BCBA-E97A54BC2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77" y="2243067"/>
            <a:ext cx="5592040" cy="45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4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628F5C-A4E9-40FB-84D7-4397743EC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943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Geralt Andreich</dc:creator>
  <cp:lastModifiedBy>furidvshi</cp:lastModifiedBy>
  <cp:revision>2</cp:revision>
  <dcterms:created xsi:type="dcterms:W3CDTF">2022-03-20T17:15:57Z</dcterms:created>
  <dcterms:modified xsi:type="dcterms:W3CDTF">2022-03-20T18:11:45Z</dcterms:modified>
</cp:coreProperties>
</file>